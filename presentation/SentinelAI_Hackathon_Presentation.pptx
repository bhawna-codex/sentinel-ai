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6EDF7"/>
                </a:solidFill>
                <a:latin typeface="Arial"/>
              </a:rPr>
              <a:t>Attack Classifier - Macro F1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3FA9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ED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HistGradBoost</c:v>
                  </c:pt>
                  <c:pt idx="2">
                    <c:v>LogReg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0.915</c:v>
                </c:pt>
                <c:pt idx="1">
                  <c:v>0.797</c:v>
                </c:pt>
                <c:pt idx="2">
                  <c:v>0.545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6ED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2C4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3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F2C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F2C4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3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A2C"/>
        </a:solidFill>
        <a:ln>
          <a:noFill/>
        </a:ln>
        <a:effectLst/>
      </c:spPr>
    </c:plotArea>
    <c:plotVisOnly val="1"/>
    <c:dispBlanksAs val="span"/>
  </c:chart>
  <c:spPr>
    <a:solidFill>
      <a:srgbClr val="101A2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6EDF7"/>
                </a:solidFill>
                <a:latin typeface="Arial"/>
              </a:rPr>
              <a:t>Anomaly Models - Alert-Budget Precision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Top-1% Alert-Budget Precision</c:v>
                </c:pt>
              </c:strCache>
            </c:strRef>
          </c:tx>
          <c:spPr>
            <a:solidFill>
              <a:srgbClr val="3DDC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ED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Isolation Forest</c:v>
                  </c:pt>
                  <c:pt idx="1">
                    <c:v>One-Class SVM</c:v>
                  </c:pt>
                  <c:pt idx="2">
                    <c:v>LOF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0.946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6ED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2C4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3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F2C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F2C4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3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A2C"/>
        </a:solidFill>
        <a:ln>
          <a:noFill/>
        </a:ln>
        <a:effectLst/>
      </c:spPr>
    </c:plotArea>
    <c:plotVisOnly val="1"/>
    <c:dispBlanksAs val="span"/>
  </c:chart>
  <c:spPr>
    <a:solidFill>
      <a:srgbClr val="101A2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" cy="4572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3" name="Shape 1"/>
          <p:cNvSpPr/>
          <p:nvPr/>
        </p:nvSpPr>
        <p:spPr>
          <a:xfrm>
            <a:off x="2468880" y="502920"/>
            <a:ext cx="45720" cy="4572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4" name="Shape 2"/>
          <p:cNvSpPr/>
          <p:nvPr/>
        </p:nvSpPr>
        <p:spPr>
          <a:xfrm>
            <a:off x="4389120" y="502920"/>
            <a:ext cx="45720" cy="4572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0" y="502920"/>
            <a:ext cx="45720" cy="4572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502920"/>
            <a:ext cx="45720" cy="4572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7" name="Shape 5"/>
          <p:cNvSpPr/>
          <p:nvPr/>
        </p:nvSpPr>
        <p:spPr>
          <a:xfrm>
            <a:off x="10149840" y="502920"/>
            <a:ext cx="45720" cy="45720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SentinelAI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Behavioral Anomaly Detection for Cybersecurity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"Learn normal. Detect deviations. Explain every alert."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5720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457200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[PS-ID: enter here]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8371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4837176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Behavioral Anomaly Detection for Cybersecurity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51023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5102352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53675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536752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6327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5632704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Bhawna Chaurasia   |   ID: 23BAI10924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SentinelAI  |  Hackathon Prototype  |  Synthetic Data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each entity's normal behavior; flag and explain deviations that resemble known attacks.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teams face signature-blind attacks, extreme alert imbalance, and no explanation for why an alert fired - leading to alert fatigue and missed threats.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417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554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8288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unsupervised + supervised ML pipeline scores every event 0-100, classifies the likely attack type, and explains the top contributing factors in plain language.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191256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Per-Entity Baselines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3538728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user, service account, and device is judged against its own history.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61104" y="3063240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62272" y="3191256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ML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62272" y="3538728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 (unsupervised) + Random Forest (supervised attack typing).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73568" y="3063240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74736" y="3191256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Risk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74736" y="3538728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0-100 score built from transparent, auditable signals.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4700016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+ Cold-Start Aware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5047488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PSI-based drift monitoring and cautious handling of new entities.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61104" y="4572000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62272" y="4700016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Analyst-Facing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62272" y="5047488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8-page Streamlit SOC console: alerts, profiles, analytics, simulator.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73568" y="4572000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74736" y="4700016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Dependency-Light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74736" y="5047488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Python/Streamlit MVP - no Kafka, Docker, or cloud services needed.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SentinelAI  |  Hackathon Prototype  |  Synthetic Data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Generator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313432" y="158191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478024" y="11887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62238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9464" y="12801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42816" y="158191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07408" y="11887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98848" y="12801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(Isolation Forest)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72200" y="158191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36792" y="11887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62238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8232" y="12801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Classifier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(Random Forest)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01584" y="158191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266176" y="11887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57616" y="12801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Explainability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030968" y="158191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195560" y="118872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62238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287000" y="128016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SOC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65176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2788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Details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 synthetic events - 150 users, 20 service accounts, 30 devices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35844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attack patterns injected at ~3% anomaly rate (extreme imbalance)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" y="39684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 behavioral features: novelty scores, deviations, velocity, history length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43525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train/test split to avoid look-ahead leakage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" y="47365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A: Isolation Forest vs. One-Class SVM vs. LOF (compared)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B: Random Forest vs. HistGradientBoosting vs. LogReg (compared)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" y="5504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risk scoring + rule-based explainability (no SHAP dependency)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265176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55080" y="2788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55080" y="32461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0" y="3246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36301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95360" y="3630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40142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95360" y="40142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Pandas, NumPy, Faker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55080" y="43982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95360" y="43982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55080" y="47823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95360" y="47823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Plotly, Matplotlib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55080" y="5166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95360" y="5166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Joblib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55080" y="55504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95360" y="5550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python-pptx / pptxgenjs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SentinelAI  |  Hackathon Prototype  |  Synthetic Data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Viability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188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end-to-end in under a minute on modest hardware using only open-source Python libraries - no GPU, cloud, or paid API required.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0515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55080" y="1188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Feasibility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481328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Deterministic, auditable risk scores and plain-language explanations mean analysts can trust and act on alerts without ML expertise.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72491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Path:  Batch scoring (this MVP)  →  Micro-batch  →  True streaming (Kafka / Flink) - same feature &amp; scoring logic, wrapped behind a stream consumer.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Mitigation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62238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98678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42062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Class-weighted classifiers; alert-budget evaluation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393192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62238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398678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42062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Multi-signal risk scoring + explainability for fast triage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608576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62238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66344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drift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488289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 monitoring; trusted-window baseline updates only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4608576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62238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466344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entities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488289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Global/entity-type fallback baselines; reduced confidence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85232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62238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534009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Synthetic-to-real gap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5595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throughout; realistic noise injected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5285232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62238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63640" y="534009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scalability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55595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Millisecond-scale per-event latency; streaming extension path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SentinelAI  |  Hackathon Prototype  |  Synthetic Data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&amp;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computed directly from model predictions on held-out synthetic test data.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5394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26480" y="1325880"/>
          <a:ext cx="5394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9776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77240" y="4114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Risk-Engine Code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68680" y="4434840"/>
            <a:ext cx="4754880" cy="1737360"/>
          </a:xfrm>
          <a:prstGeom prst="rect">
            <a:avLst/>
          </a:prstGeom>
          <a:solidFill>
            <a:srgbClr val="0E1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weighted_sum = sum(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E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WEIGHTS[k] * components[k]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E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 in WEIGHTS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E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E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round(weighted_sum * 100)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E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= risk_level(score)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E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80-100 Critical | 60-79 High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E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30-59 Medium   | 0-29 Low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126480" y="39776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355080" y="4114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Calculated Metrics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355080" y="44805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synthetic events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601200" y="44805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355080" y="480974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categories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601200" y="48097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+ normal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355080" y="51389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classifier macro F1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601200" y="51389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0.915 (Random Forest)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355080" y="54681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 recall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601200" y="54681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0.526 @ FPR 0.036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355080" y="57972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Per-event scoring latency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9601200" y="579729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~0.02 ms (prototype)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SentinelAI  |  Hackathon Prototype  |  Synthetic Data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References &amp;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234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Research Areas &amp; Algorithms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anomaly detection: Isolation Forest, One-Class SVM, LOF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classification under imbalance: Random Forest, HistGB, class weighting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3042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&amp; Entity Behavior Analytics (UEBA) principles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6700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Stability Index for concept-drift monitoring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0358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explainable AI for security operations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234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5727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Liu, Ting &amp; Zhou (2008) - Isolation Forest, IEEE ICDM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55080" y="193852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Breunig et al. (2000) - LOF, ACM SIGMOD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55080" y="23042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Scholkopf et al. (2001) - One-Class SVM, Neural Computation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267004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Breiman (2001) - Random Forests, Machine Learning 45(1)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5080" y="30358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05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scikit-learn.org  |  docs.streamlit.io  |  attack.mitre.org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794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1330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only - real traffic will differ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4988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(not statistically fit) risk-score weights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8646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true streaming infrastructure in this MVP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52303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rather than SHAP-based explainability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6576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01A2C"/>
          </a:solidFill>
          <a:ln w="12700">
            <a:solidFill>
              <a:srgbClr val="1F2C42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3794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Repository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41330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streaming pipeline (Kafka/Flink)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449884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SHAP-based explainability once feasible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48646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feedback loop for continual retraining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52303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→"/>
            </a:pPr>
            <a:r>
              <a:rPr lang="en-US" sz="1100" dirty="0">
                <a:solidFill>
                  <a:srgbClr val="E6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Repo: github.com/Bhawna-codeX/sentinel-ai [placeholder]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SentinelAI  |  Hackathon Prototype  |  Synthetic 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32720" y="65105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2026-07-26T13:11:18Z</dcterms:created>
  <dcterms:modified xsi:type="dcterms:W3CDTF">2026-07-26T13:11:18Z</dcterms:modified>
</cp:coreProperties>
</file>